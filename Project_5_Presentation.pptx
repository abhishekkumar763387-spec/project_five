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Aptos"/>
              </a:defRPr>
            </a:pPr>
            <a:r>
              <a:t>TELLCО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300" b="1">
                <a:solidFill>
                  <a:srgbClr val="F8FAFC"/>
                </a:solidFill>
                <a:latin typeface="Aptos"/>
              </a:defRPr>
            </a:pPr>
            <a:r>
              <a:t>PROJECT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76809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User Analytics in the</a:t>
            </a:r>
            <a:br/>
            <a:r>
              <a:t>Telecommunication Industry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50208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ptos"/>
              </a:defRPr>
            </a:pPr>
            <a:r>
              <a:t>Engagement • Experience • Satisfaction •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234440"/>
            <a:ext cx="256032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41080" y="1572768"/>
            <a:ext cx="128016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554480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Aptos"/>
              </a:defRPr>
            </a:pPr>
            <a: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7830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2487168"/>
            <a:ext cx="128016" cy="43891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468879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697479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TCP • RTT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3401568"/>
            <a:ext cx="128016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3383279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Aptos"/>
              </a:defRPr>
            </a:pPr>
            <a:r>
              <a:t>SATISFACTION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611879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4315968"/>
            <a:ext cx="128016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4297680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5262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ANALYTICS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End-to-end customer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Complete Project 5 using the supplied telecom xDR dataset and field descriptions.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Analyze customer usage, engagement, network experience and satisfaction.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Create reusable analytical features and supporting deployment artifacts.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Present an end-to-end Python workflow.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End-to-end customer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01 /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Project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Core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Data dictionary, variable types, missing values and outlier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User overview: handsets, manufacturers, applications, statistics, EDA, deciles, correlation and PCA.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User engagement: Top customers, K-Means clustering, cluster metrics and application usage.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User experience: TCP retransmission, RTT, throughput and experience clustering.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User satisfaction: scores, regression and K-Means clustering.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76072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" y="596188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86130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Aptos"/>
              </a:defRPr>
            </a:pPr>
            <a:r>
              <a:t>Engineering: feature store, MySQL export, model tracking, dashboard, Docker, CI/CD and tests.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Core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02 /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Data Understanding &amp; Preparation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Data → clean → aggregate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Read the field-description workbook to understand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Load the telecom xDR data and inspect structure and sample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Identify data types and missing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Apply reusable cleaning logic before customer-level aggregation.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Handle missing numerical values and outliers as defined in the notebook.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Data → clean → aggregate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03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User Overview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Customer 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Identify the Top 10 handset types.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Identify the Top 3 manufacturers and Top 5 handsets for each manufacturer.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Aggregate customer sessions, duration, download traffic, upload traffic and total traffic.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Aggregate application-level traffic.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Perform descriptive statistics and univariate analysis.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Customer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04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Exploratory &amp; Statistical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EDA + statistics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Visualize customer and application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Examine each application against total traffic using bivariate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Divide duration into deciles and review the highest five decile classes.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Generate an application traffic correlation matrix.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Use PCA to reduce application dimensions for segmentation.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EDA + 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05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PCA &amp; Dimensionality Reduction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Reduce complexity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Standardize application traffic variables before PCA.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Calculate explained and cumulative variance.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Inspect PC1 and PC2 loadings to understand application contributions.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Use principal components to simplify high-dimensional usage behavior.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Reduce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06 /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User Engagement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Engagement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Measure engagement with session frequency, session duration and total session traffic.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Identify Top 10 customers for each engagement metric.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Standardize engagement metrics before clustering.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Apply K-Means clustering with k = 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Summarize clusters in original units.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Engagement 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07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Engagement Segmentation &amp;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Clusters + application 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Evaluate candidate K-Means values from 2 through 9 using the elbow method.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Use the visible elbow to guide optimized cluster selection.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Identify Top 10 users for each application.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Rank applications by total traffic.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Visualize the Top 3 applications.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Clusters + application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08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User Experience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Network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Measure experience using TCP retransmission, RTT and throughput.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Calculate customer-level averages.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Associate each customer with the most common handset type.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Review top, bottom and frequent values for TCP, RTT and throughput.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Compare average throughput and TCP retransmission across handsets.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Network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09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Experience Clustering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Experience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Standardize experience metrics before K-Means.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Apply K-Means with k = 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Summarize clusters using TCP retransmission, RTT and throughput.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Visualize clusters with throughput and RTT.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The notebook defines poorer experience using lower throughput with higher RTT and TCP retransmission.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Experience segmentation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10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User Satisfaction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From behavior to satisfaction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Calculate engagement score from distance to the less-engaged reference cluster.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Calculate experience score from distance to the worst-experience reference cluster.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Calculate satisfaction as the average of engagement and experience scores.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Identify Top 10 customers by satisfaction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Train a Linear Regression model to predict satisfaction.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From behavior to satisfaction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11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Satisfaction Modeling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Predict + segment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Regression inputs include engagement, experience, session, duration, traffic, TCP, RTT and throughput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Use an 80/20 train-test split with random_state = 42.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Evaluate the model using R² and RMSE.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Run a second K-Means model using engagement and experience scores with k = 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Summarize satisfaction segments.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Predict + segment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12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Feature Store &amp;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Production-ready outputs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Save final customer scores to final_customer_scores.csv.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Save the analytical score table as feature_store.csv.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Provide MySQL export code for final_customer_scores.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Save the Linear Regression model as a joblib artifact.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Track algorithm settings, R², RMSE, reference clusters and artifact location.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Production-ready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13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Dashboard, Docker &amp; CI/CD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Deployment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Provide a Streamlit dashboard starter for customer scores and summary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Display customer count, average engagement and average satisfaction.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Package the dashboard with Docker.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Use GitHub Actions to install dependencies and run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Unit tests verify required score columns and numeric satisfaction scores.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Deployment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14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"/>
            <a:ext cx="9966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ptos"/>
              </a:defRPr>
            </a:pPr>
            <a:r>
              <a:t>Conclusion &amp; Submission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1097280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ptos"/>
              </a:defRPr>
            </a:pPr>
            <a:r>
              <a:t>Ready for final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00200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1801368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700784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End-to-end workflow: preparation → overview → engagement → experience → satisfaction.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633472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532888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Supporting artifacts cover feature storage, model tracking, dashboard deployment and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64408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" y="3465576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64992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Execute all notebook cells before submission.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6512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" y="4297680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97096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Verify generated tables, figures, model artifacts and deployment 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928616"/>
            <a:ext cx="6995160" cy="7132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5129784"/>
            <a:ext cx="109728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5029200"/>
            <a:ext cx="64282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No numerical results are invented because the supplied notebook has no saved execution outputs.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572768"/>
            <a:ext cx="3154680" cy="4526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57031" y="1865376"/>
            <a:ext cx="5943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31136"/>
            <a:ext cx="2606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4A3B8"/>
                </a:solidFill>
                <a:latin typeface="Aptos"/>
              </a:defRPr>
            </a:pPr>
            <a:r>
              <a:t>Ready for final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98648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t>15 / 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t>ANALYTICAL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48188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7548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50474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9834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52760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2120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55046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54406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20" y="5733288"/>
            <a:ext cx="146304" cy="14630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566928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601968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TellCo • Project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